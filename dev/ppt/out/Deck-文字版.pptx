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开场一句话定调：这不是一个壁纸，是一个住在电脑里的角色。她有自己的形象、声音、记忆，还能替我干活。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先讲市场。我把市面上的做法分成四类：开源桌宠、Steam 商业桌宠、AI 桌宠新秀、以及像《你妈》这种靠话题出圈的。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这里先给一个时间线，说明这波不是我们自己在想：2026 年 3 月到 9 月，腾讯、Anthropic、OpenAI、还有北大的仓鼠元元，全部在做桌宠。但请注意它们走的是同一条线——办公和生产力，宠物是入口、是身份锚点。没有一个人负责回答“她还是不是她本人”。这句话是今天整个故事的支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市面上的做法可以分四类：开源桌宠、Steam 商业桌宠、AI 桌宠新秀，以及像《你妈》这种靠话题出圈的。下面逐类看它们强在哪、缺什么。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开源这块做得最久。它们强在动——能爬窗口、会掉下去、有养成数值；但普遍没有长期记忆，关掉就忘，也不碰本机操作。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Steam 上卖的是形象和皮肤：Desktop Mate 靠 IP 联名，Live2DViewerEX 靠创作生态，Wallpaper Engine 更偏桌面美化。它们的共同天花板是：出不了桌面这个窗口，也不理解你的生活。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另一条线是 AI 聊天机器人。接 QQ/微信的很多，有形象的也很多，但很少有项目两头都占。这句话可以记住：有形象的都不接 QQ/微信，接 QQ/微信的都没形象。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这一页是把我们放进去比。六条里我们能同时给：形象、人格与记忆、聊天软件打通、真声线、桌面操作、手机端。</a:t>
            </a:r>
          </a:p>
          <a:p>
            <a:r>
              <a:t>最后那条“并非首创”我想主动说出来：我查到唯一把形象、聊天软件、本地操作、语音同时做齐且还在活跃的是 super-agent-party。这件事写在页面上，但它不是今天的开场——开场那句在下一页。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同一件事，两种做法，放在一起看最清楚。</a:t>
            </a:r>
          </a:p>
          <a:p>
            <a:r>
              <a:t>左边是办公线：宠物是通用吉祥物，目标是任务，指标是效率和留存——所以换皮、联名都不影响产品成立。</a:t>
            </a:r>
          </a:p>
          <a:p>
            <a:r>
              <a:t>右边是我们：角色是具体的人，人格连续性是核心变量，指标是关系感知和打扰容忍度。这一页就是回答“有什么是我们有、别人没有的”。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这一页是把同类补齐：展示工具（Live2DViewerEX）、养成与玩具（Shimeji、BongoCat、虚拟桌宠模拟器 VPet）、大厂吉祥物（人工桌面 yoyo 鹿鸣、天选桌宠）、手机端助手（兽耳助手）。</a:t>
            </a:r>
          </a:p>
          <a:p>
            <a:r>
              <a:t>它们各有各的强：ViewerEX 把跨平台和面捕做到天花板，VPet 把开源养成的产品化做成了，鹿鸣的形象质量是大厂级。</a:t>
            </a:r>
          </a:p>
          <a:p>
            <a:r>
              <a:t>但有一件事它们都没做：**长期记忆 + 主动开口**。都在做「形象」，我们在做「关系」。形象是入口，关系才是留存。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这句话是今天最想留下的一句：大厂在给 AI 装一只宠物，我们做的是一个人。</a:t>
            </a:r>
          </a:p>
          <a:p>
            <a:r>
              <a:t>腾讯、Anthropic、OpenAI 都在把宠物放进办公工具——宠物是入口、是身份锚点，但那是一只通用的猫。没有人负责回答“她还是不是她本人”。</a:t>
            </a:r>
          </a:p>
          <a:p>
            <a:r>
              <a:t>我们的全部工作都在这个问题上：固定的人格、固定的声线、跨端的长期记忆。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下面进第二部分：她具体能做什么，以及这些是怎么实现的。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她目前能做的五件事：有形象地陪着、用自己的声音说话、记得住我、能替我干活、还能出桌面去 QQ/微信里继续聊。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形象这块的核心设计是：**装扮即数据**。衣服、发型、装饰、姿势都是层号，换装就是换层再合成，所以 Live2D 和 2D 立绘能共用同一套装扮。语音是角色专属模型，独立服务常驻。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记忆是分层的：对话记忆、长期记忆、日记、状态快照各管一段。关系值分两套，要说清楚：桌面端按**真实相处证据**（相处天数×对话量）抬高一个下限，不是聊几句好话就涨；QQ 侧另有一套面向群聊的好感玩法，按对话内容结算。她空闲时会自己补课、归纳关于我的事，还会写日记。状态页有五个页签：现在 / 习惯 / 心里 / 提醒 / 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出桌面这块：QQ/微信桥接用同一套人设和记忆，连立绘都是同一件衣服。手机端走同一套后端协议。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工程这块我想强调一句：这不是『我这儿能跑』。仓库自带 389 项自检，一条命令可复现，现在是全绿。换装差异、立绘底色这种观感问题，我们用像素级比对来验收。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第三部分，未来规划。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近期三件事：手机端的真机验证与调优（功能已经写好了）、3D 模型方案评估（先验证能不能跑起来，再谈建模成本）、多角色支持。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这一页要说得实在：手部互动我已经做出来一半了。手机端接了 21 个关键点的手部检测，链路是通的——她会看着你的手；还做了三个手势：捏合（捏脸）、握拳、挥手，一共 21 个单元测试。</a:t>
            </a:r>
          </a:p>
          <a:p>
            <a:r>
              <a:t>但我要说清楚：**这些只到「编译和单测通过」**，真手伸过去她的眼睛是不是真的跟着转，必须真机上确认。所以这一页既是成果，也是下一步的清单。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另一条感知路线是毫米波雷达：不依赖光线和镜头、隐私友好、能全天运行。但这里必须诚实——**已经有人做了**：一是 mmHRI，毫米波做隐私友好人机交互，隔着帘子做机器人操作，动作识别 85%；二是「文心守护」，60GHz 雷达 + 大模型，人家明说做『健康分析与情感陪伴』，口号就是『存在即感知』，而且是开源的。</a:t>
            </a:r>
          </a:p>
          <a:p>
            <a:r>
              <a:t>所以我们**不主张首创**。我们想做窄的那一块：把变量换成**角色的人格连续性**，把指标换成**关系感知与打扰容忍度**，对象是二次元角色、形态是她住在桌面和手机里。这条路先做用户研究，不先堆硬件。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远期是形态自由：AR 呈现（同类多是 iPhone 生态，安卓侧还是空白）、系统级常驻、以及角色与语音都能替换的开放生态。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一句话收束路线取舍：先让她真的住在电脑里，再让她走到你身边。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最后留现场演示：形象、换装、对话、记忆、桌面操作。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2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120640"/>
            <a:ext cx="12191695" cy="38100"/>
          </a:xfrm>
          <a:prstGeom prst="rect">
            <a:avLst/>
          </a:prstGeom>
          <a:solidFill>
            <a:srgbClr val="C9A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4400" b="1">
                <a:solidFill>
                  <a:srgbClr val="F7F1EA"/>
                </a:solidFill>
                <a:latin typeface="Arial"/>
                <a:ea typeface="Arial"/>
                <a:cs typeface="Arial"/>
              </a:rPr>
              <a:t>AIpet · 丛雨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C9A35F"/>
                </a:solidFill>
                <a:latin typeface="Arial"/>
                <a:ea typeface="Arial"/>
                <a:cs typeface="Arial"/>
              </a:rPr>
              <a:t>会长期陪伴的桌面智能体：有形象 · 会记事 · 能干活 · 还能上手机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394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7F1EA"/>
                </a:solidFill>
                <a:latin typeface="Arial"/>
                <a:ea typeface="Arial"/>
                <a:cs typeface="Arial"/>
              </a:rPr>
              <a:t>2026-10-14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2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>
                <a:solidFill>
                  <a:srgbClr val="A03A3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7F1EA"/>
                </a:solidFill>
                <a:latin typeface="Arial"/>
                <a:ea typeface="Arial"/>
                <a:cs typeface="Arial"/>
              </a:rPr>
              <a:t>桌宠市场：现在都做到了哪一步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2026：大厂集体入局，但走的是同一条线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9848"/>
            <a:ext cx="1005840" cy="5334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2026-04　Anthropic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Claude Code 加虚拟宠物 Buddy —— 陪着写代码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2026-04　元空AI（仓鼠元元）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自称“中国首个 AI 办公桌宠”，定位办公效率：划词即用、常驻多轮对话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2026-05　腾讯 WorkBuddy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上线养成玩法：积分 / 盲盒 / 装扮 / 派它去旅行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2026-09　腾讯 ×《和平精英》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Buddy 猫穿上游离子皮肤；开放平台首批 100+ 伙伴、10+ 品类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2026-03　PetClaw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自称 24 小时桌面伴侣：跨应用替你做事 + 长期记忆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读法：全部是「办公 / 生产力 + 一只通用宠物」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它们要的是任务；宠物是入口、是身份锚点 —— 但没有人负责回答“她是不是她本人”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市面上的四类做法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9848"/>
            <a:ext cx="1005840" cy="5334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开源桌宠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Shimeji / Ukagaka(SSP) / VPet / uDesktopMascot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Steam 商业桌宠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Desktop Mate / Live2DViewerEX / Wallpaper Engine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AI 桌宠新秀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Open-LLM-VTuber / MateEngine（接大模型、能说话）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抽象向热点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《你妈》—— 靠话题度出圈，功能其实很薄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开源桌宠：能力强在“动”，弱在“记”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9848"/>
            <a:ext cx="1005840" cy="5334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A03A35"/>
                </a:solidFill>
                <a:latin typeface="Arial"/>
                <a:ea typeface="Arial"/>
                <a:cs typeface="Arial"/>
              </a:rPr>
              <a:t>已经做得很好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5394960" cy="3048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53949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PNG 序列帧 + 物理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Shimeji 能在窗口间爬、会掉下去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脚本化互动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Ukagaka/SSP 有成熟的事件脚本体系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成长数值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VPet 有状态条、喂食等养成玩法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C9A35F"/>
                </a:solidFill>
                <a:latin typeface="Arial"/>
                <a:ea typeface="Arial"/>
                <a:cs typeface="Arial"/>
              </a:rPr>
              <a:t>普遍缺的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240280"/>
            <a:ext cx="5394960" cy="30480"/>
          </a:xfrm>
          <a:prstGeom prst="rect">
            <a:avLst/>
          </a:prstGeom>
          <a:solidFill>
            <a:srgbClr val="C9A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468880"/>
            <a:ext cx="53949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长期记忆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关掉就忘，不记得你是谁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真实语音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多为预设音效或 TTS 朗读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能替你干活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基本不碰本机操作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Steam 商业桌宠：卖点是“形象”和“皮肤”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9848"/>
            <a:ext cx="1005840" cy="5334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A03A35"/>
                </a:solidFill>
                <a:latin typeface="Arial"/>
                <a:ea typeface="Arial"/>
                <a:cs typeface="Arial"/>
              </a:rPr>
              <a:t>代表性产品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5394960" cy="3048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53949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Desktop Mate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免费本体 + 角色 DLC，靠 IP 联名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Live2DViewerEX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把 Live2D 模型搬上桌面，创作生态强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Wallpaper Engine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动态壁纸式“桌面美化”，非角色陪伴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C9A35F"/>
                </a:solidFill>
                <a:latin typeface="Arial"/>
                <a:ea typeface="Arial"/>
                <a:cs typeface="Arial"/>
              </a:rPr>
              <a:t>共同的天花板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240280"/>
            <a:ext cx="5394960" cy="30480"/>
          </a:xfrm>
          <a:prstGeom prst="rect">
            <a:avLst/>
          </a:prstGeom>
          <a:solidFill>
            <a:srgbClr val="C9A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468880"/>
            <a:ext cx="53949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不接聊天软件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出不了桌面这个窗口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不理解你的生活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没有记忆、没有作息与习惯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不能代劳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不会替你操作电脑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另一条线：AI 聊天机器人（有脑无身）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9848"/>
            <a:ext cx="1005840" cy="5334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接 QQ / 微信的一大批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NapCatQQ / Lagrange / LLOneBot / AstrBot / LangBot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有形象的一大批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Open-LLM-VTuber / AIRI / SillyTavern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关键缺口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有形象的都不接 QQ/微信；接 QQ/微信的都没形象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已知唯一“四合一”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super-agent-party（形象 + 聊天软件 + 本地操作 + 语音）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我们的位置：办公线做「任务」，我们做「关系」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9848"/>
            <a:ext cx="1005840" cy="5334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主张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把「角色的人格连续性」当变量：她是不是她本人、还记不记得你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对照：办公线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腾讯 / Anthropic / OpenAI / 仓鼠元元的宠物是通用吉祥物，指标是效率与留存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形象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Live2D + 2D 立绘双形态，可换装、随情绪联动；QQ 侧与桌宠同一套装扮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人格与记忆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固定人设不 OOC、角色专属 GPT-SoVITS 声线、长期记忆与关系值（按相处证据抬升）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出桌面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QQ / 微信桥接同一套人设与记忆；手机端共用同一套协议与记忆文件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桌面操作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键鼠 / 看屏幕 / 文件只读访问 —— 能做事的角色，而不是只会聊天的窗口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诚实边界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并非首创：唯一查到把这几条同时做齐且活跃的是 super-agent-party（详见备注）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同一个「宠物」位置，两种完全不同的做法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9848"/>
            <a:ext cx="1005840" cy="5334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A03A35"/>
                </a:solidFill>
                <a:latin typeface="Arial"/>
                <a:ea typeface="Arial"/>
                <a:cs typeface="Arial"/>
              </a:rPr>
              <a:t>他们：办公 / 生产力线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40280"/>
            <a:ext cx="5394960" cy="3048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53949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宠物是通用吉祥物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一只猫、一只随机孵化的宠物；OpenAI 还允许自建 Custom Pet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目标是任务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替你翻译、整理、跑代码、跨应用执行（WorkBuddy 想做“Agent 时代的操作系统”）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指标是效率与留存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识别率、任务成功率、次日留存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不要求“是她本人”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所以换皮、联名、装扮都不影响产品成立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场景：办公桌 / 公共场所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mmHRI 这类研究甚至以医院病房、餐厅为例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394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C9A35F"/>
                </a:solidFill>
                <a:latin typeface="Arial"/>
                <a:ea typeface="Arial"/>
                <a:cs typeface="Arial"/>
              </a:rPr>
              <a:t>我们：角色 / 关系线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240280"/>
            <a:ext cx="5394960" cy="30480"/>
          </a:xfrm>
          <a:prstGeom prst="rect">
            <a:avLst/>
          </a:prstGeom>
          <a:solidFill>
            <a:srgbClr val="C9A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468880"/>
            <a:ext cx="53949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角色是具体的人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固定人设不 OOC、角色专属 GPT-SoVITS 声线、Live2D + 2D 双形态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目标是关系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长期记忆、习惯、日记、关系值 —— 按真实相处证据抬升，不靠嘴甜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指标是关系感知与打扰容忍度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她该不该开口、什么时候该安静，是核心体验问题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人格连续性是核心变量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换角色 = 换一个人，而不是换一张皮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5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场景：桌面 + 手机里的日常</a:t>
            </a:r>
            <a:r>
              <a:rPr sz="12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QQ / 微信桥接同一套人设与记忆，手机端共用同一份记忆文件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更广的同类：都在做「形象」，只有我们在做「关系」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9848"/>
            <a:ext cx="1005840" cy="5334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展示工具类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Live2DViewerEX（Steam ¥26）：跨平台 + 面捕 + 创意工坊，把模型放出来做到了天花板 —— 但它不聊、不记、不主动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养成 / 玩具类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Shimeji 系、BongoCat（C+SDL3，纯开源）、虚拟桌宠模拟器 VPet（开源 + Steam）—— 可爱、轻量，核心是动作与数值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大厂 / 厂商吉祥物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人工桌面（yoyo 鹿鸣，3D 看板娘）、天选桌宠（华硕随机器）—— 形象质量高，但是内容型、不是会记事的个人角色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手机端助手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兽耳助手：助手向 + 角色形象（记忆与主动性待核实，不替它下结论）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共同点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这七类都停在「看得见」：有形象、有动作、有养成 —— 没有一类把「长期记忆 + 主动开口」当成核心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所以我们的位置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形象是入口，关系才是留存；我们做的是她记得你、也会主动找你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103120"/>
            <a:ext cx="996696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“大厂在给 AI 装一只宠物；我们做的是一个人”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—— 她在办公线是吉祥物，在我们这儿是角色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2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>
                <a:solidFill>
                  <a:srgbClr val="A03A3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7F1EA"/>
                </a:solidFill>
                <a:latin typeface="Arial"/>
                <a:ea typeface="Arial"/>
                <a:cs typeface="Arial"/>
              </a:rPr>
              <a:t>功能展示与实现方法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她现在能做的事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9848"/>
            <a:ext cx="1005840" cy="5334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有形象地陪着你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透明置顶窗口；点她、拖她、她自己走动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用她自己的声音说话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角色专属语音模型，嘴型与打字机效果同步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记得住你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长期记忆 + 日记 + 作息/习惯观察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能替你干活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键鼠操作、看屏幕、只读查文件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出得了桌面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QQ / 微信里继续聊，装扮与桌宠同步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怎么做到的（一）：形象与语音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9848"/>
            <a:ext cx="1005840" cy="5334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双形态渲染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Live2D（Cubism）与 2D 立绘共用一套“装扮”数据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装扮即数据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衣服/发型/装饰/姿势都是层号，换装=换层再合成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语音链路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文本 → GPT-SoVITS（角色模型）→ 播放，独立服务常驻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不打断体验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点她/切窗口不会掐断正在念的句子（本轮刚修）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怎么做到的（二）：记忆与陪伴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9848"/>
            <a:ext cx="1005840" cy="5334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分层的记忆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对话记忆 / 长期记忆 / 日记 / 状态快照，各管一段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关系会变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桌面端：按真实相处证据（天数×对话量）抬高下限（affinity_floor）；QQ 侧另有一套面向群聊的好感玩法，按对话内容结算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她自己会学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空闲时自己补课、归纳“关于主人的事”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状态看得见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状态页五个页签：现在 / 习惯 / 心里 / 提醒 / 记忆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怎么做到的（三）：出桌面、上手机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9848"/>
            <a:ext cx="1005840" cy="5334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QQ / 微信桥接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同一套人设与记忆，在聊天软件里继续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立绘同步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QQ 侧发的图与桌宠穿的是同一件衣服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安卓端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手机侧走同一套后端协议，形象与记忆互通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工程质量：这套东西是“验得出来”的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9848"/>
            <a:ext cx="1005840" cy="5334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389 项自带自检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边界 / 配置契约 / 生命周期 / 前端一致性 / 语音链路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全绿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10 个测试文件全部通过，一条命令可复现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看得见的证据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像素级验收：立绘底色、换装差异都用图像摘要比对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可诊断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关键路径都有日志，出问题能定位到具体一环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2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>
                <a:solidFill>
                  <a:srgbClr val="A03A3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7F1EA"/>
                </a:solidFill>
                <a:latin typeface="Arial"/>
                <a:ea typeface="Arial"/>
                <a:cs typeface="Arial"/>
              </a:rPr>
              <a:t>未来规划：从“桌面上”走向“在身边”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近期：把体验做扎实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9848"/>
            <a:ext cx="1005840" cy="5334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手机端：真机验证与调优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功能已写好（含手部互动），近期重点是插上真机跑全链路并调准相机参数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形象扩展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3D 模型方案评估（先验证能不能跑起来，再谈建模成本）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多角色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一套引擎跑多个角色，各有各的记忆与声音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互动：从「看着你」到「看懂你」（已落地一半）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9848"/>
            <a:ext cx="1005840" cy="5334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已实现：手部 21 关键点检测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手机端接入 MediaPipe HandLandmarker；相机帧 → 关键点 → 命中她 → 反应，链路已通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已实现：视线跟随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她自己「看着你的手」——关键点换算到屏幕后驱动 3D 角色的视线目标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已实现：三个手势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捏合=捏脸、握拳、挥手；各自独立去抖（21 个单测：9+6+6）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下一步：更多手势 + 接进对话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比心 / 指向某处；挥手时顺便触发一句问候，把动作和她的性格连起来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还没做：真机调优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编译与单测都过了，但「手伸过去她眼睛是否跟着转」要真机确认；偏差只调相机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中期：另一条感知路线（毫米波）——已有人做，我们做个窄的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9848"/>
            <a:ext cx="1005840" cy="5334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为什么看这条路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不依赖光线与镜头、隐私友好、可全天运行；作为「她在不在、在做什么」的输入很合适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但已经有人做了（一）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mmHRI：毫米波做隐私友好人机交互，隔帘做机器人操作、动作识别 85%（2026-09）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但已经有人做了（二）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文心守护：60GHz 雷达 + 大模型，明说做「情感陪伴」与「存在即感知」，面向独居老人看护（开源）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所以我们不主张「首创」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不写「第一次用毫米波做陪伴」——那两处已占，写了会被当场问倒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我们要做的那一小块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变量换成角色的人格连续性，指标换成关系感知与打扰容忍度；对象是二次元角色，形态是她住在桌面/手机/IM 里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怎么走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课题装置输出标准化参数流 → 先在桌面端驱动她 → 需要时再上手机；先做用户研究，不先堆硬件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远期：形态自由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69848"/>
            <a:ext cx="1005840" cy="53340"/>
          </a:xfrm>
          <a:prstGeom prst="rect">
            <a:avLst/>
          </a:prstGeom>
          <a:solidFill>
            <a:srgbClr val="A0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AR 呈现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目前同类多为 iPhone 生态，安卓侧仍是空白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系统级接入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希望她成为系统里的一个“常驻角色”，而非一个 App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A03A3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sz="1600" b="0">
                <a:solidFill>
                  <a:srgbClr val="3B2B26"/>
                </a:solidFill>
                <a:latin typeface="微软雅黑"/>
                <a:ea typeface="微软雅黑"/>
                <a:cs typeface="微软雅黑"/>
              </a:rPr>
              <a:t>开放生态</a:t>
            </a:r>
            <a:r>
              <a:rPr sz="1300" b="0">
                <a:solidFill>
                  <a:srgbClr val="6B5850"/>
                </a:solidFill>
                <a:latin typeface="微软雅黑"/>
                <a:ea typeface="微软雅黑"/>
                <a:cs typeface="微软雅黑"/>
              </a:rPr>
              <a:t>  角色 / 语音 / 动作都以数据形式可替换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103120"/>
            <a:ext cx="996696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1">
                <a:solidFill>
                  <a:srgbClr val="3B2B26"/>
                </a:solidFill>
                <a:latin typeface="Arial"/>
                <a:ea typeface="Arial"/>
                <a:cs typeface="Arial"/>
              </a:rPr>
              <a:t>“先让她真的住进电脑里，再让她走到你身边”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—— 路线取舍：先做深关系，再谈形态自由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5850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2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4200" b="1">
                <a:solidFill>
                  <a:srgbClr val="F7F1EA"/>
                </a:solidFill>
                <a:latin typeface="Arial"/>
                <a:ea typeface="Arial"/>
                <a:cs typeface="Arial"/>
              </a:rPr>
              <a:t>谢谢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C9A35F"/>
                </a:solidFill>
                <a:latin typeface="Arial"/>
                <a:ea typeface="Arial"/>
                <a:cs typeface="Arial"/>
              </a:rPr>
              <a:t>现场演示：形象 · 换装 · 对话 · 记忆 · 桌面操作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