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386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桌面端：按真实相处证据（天数×对话量）抬高下限（affinity_floor）；QQ 侧另有一套面向群聊的好感玩法，按对话内容结算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状态页五个页签：现在 / 习惯 / 心里 / 提醒 / 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386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中期：另一条感知路线（毫米波）——已有人做，我们做个窄的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不依赖光线与镜头、隐私友好、可全天运行；作为「她在不在、在做什么」的输入很合适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mmHRI：毫米波做隐私友好人机交互，隔帘做机器人操作、动作识别 85%（2026-09）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文心守护：60GHz 雷达 + 大模型，明说做「情感陪伴」与「存在即感知」，面向独居老人看护（开源）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所以我们不主张「首创」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不写「第一次用毫米波做陪伴」——那两处已占，写了会被当场问倒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变量换成角色的人格连续性，指标换成关系感知与打扰容忍度；对象是二次元角色，形态是她住在桌面/手机/IM 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课题装置输出标准化参数流 → 先在桌面端驱动她 → 需要时再上手机；先做用户研究，不先堆硬件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