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2" r:id="rId21"/>
    <p:sldId id="274" r:id="rId22"/>
    <p:sldId id="276" r:id="rId23"/>
    <p:sldId id="275" r:id="rId24"/>
    <p:sldId id="277" r:id="rId25"/>
    <p:sldId id="278" r:id="rId26"/>
    <p:sldId id="279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工程这块我想强调一句：这不是『我这儿能跑』。仓库自带 389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jpeg"/><Relationship Id="rId1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jpeg"/><Relationship Id="rId1" Type="http://schemas.openxmlformats.org/officeDocument/2006/relationships/image" Target="../media/image14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AIpet · 丛雨</a:t>
            </a:r>
            <a:endParaRPr sz="4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会长期陪伴的桌面智能体：有形象 · 会记事 · 能干活 · 还能上手机</a:t>
            </a:r>
            <a:endParaRPr sz="18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2026-10-14</a:t>
            </a:r>
            <a:endParaRPr sz="1200" b="0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095" y="1325880"/>
            <a:ext cx="257695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桌宠市场：现在都做到了哪一步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2026：大厂集体入局，但走的是同一条线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Claude Code 加虚拟宠物 Buddy —— 陪着写代码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自称“中国首个 AI 办公桌宠”，定位办公效率：划词即用、常驻多轮对话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上线养成玩法：积分 / 盲盒 / 装扮 / 派它去旅行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Buddy 猫穿上游离子皮肤；开放平台首批 100+ 伙伴、10+ 品类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 24 小时桌面伴侣：跨应用替你做事 + 长期记忆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它们要的是任务；宠物是入口、是身份锚点 —— 但没有人负责回答“她是不是她本人”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市面上的四类做法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开源桌宠  Shimeji / Ukagaka（SSP） / VPet / uDesktopMascot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Desktop Mate / Live2DViewerEX / Wallpaper Engine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MateEngine（接大模型、能说话）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《你妈》—— 靠话题度出圈，功能其实很薄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开源桌宠：能力强在“动”，弱在“记”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已经做得很好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能在窗口间爬、会掉下去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Ukagaka/SSP 有成熟的事件脚本体系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VPet 有状态条、喂食等养成玩法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普遍缺的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关掉就忘，不记得你是谁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多为预设音效或 TTS 朗读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基本不碰本机操作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Steam 商业桌宠：卖点是“形象”和“皮肤”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代表性产品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免费本体 + 角色 DLC，靠 IP 联名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 Live2D 模型搬上桌面，创作生态强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动态壁纸式“桌面美化”，非角色陪伴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共同的天花板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出不了桌面这个窗口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没有记忆、没有作息与习惯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不会替你操作电脑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另一条线：AI 聊天机器人（有脑无身）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NapCatQQ / Lagrange / LLOneBot / AstrBot / LangBot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AIRI / SillyTavern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有形象的都不接 QQ/微信；接 QQ/微信的都没形象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super-agent-party（形象 + 聊天软件 + 本地操作 + 语音）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我们的位置：办公线做「任务」，我们做「关系」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把「角色的人格连续性」当变量：她是不是她本人、还记不记得你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腾讯 / Anthropic / OpenAI / 仓鼠元元的宠物是通用吉祥物，指标是效率与留存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 + 2D 立绘双形态，可换装、随情绪联动；QQ 侧与桌宠同一套装扮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声线、长期记忆与关系值（按相处证据抬升）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微信桥接同一套人设与记忆；手机端共用同一套协议与记忆文件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 / 看屏幕 / 文件只读访问 —— 能做事的角色，而不是只会聊天的窗口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并非首创：唯一查到把这几条同时做齐且活跃的是 super-agent-party（详见备注）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同一个「宠物」位置，两种完全不同的做法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他们：办公 / 生产力线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一只猫、一只随机孵化的宠物；OpenAI 还允许自建 Custom Pet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替你翻译、整理、跑代码、跨应用执行（WorkBuddy 想做“Agent 时代的操作系统”）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识别率、任务成功率、次日留存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所以换皮、联名、装扮都不影响产品成立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 这类研究甚至以医院病房、餐厅为例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我们：角色 / 关系线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声线、Live2D + 2D 双形态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长期记忆、习惯、日记、关系值 —— 按真实相处证据抬升，不靠嘴甜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她该不该开口、什么时候该安静，是核心体验问题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换角色 = 换一个人，而不是换一张皮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微信桥接同一套人设与记忆，手机端共用同一份记忆文件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更广的同类：都在做「形象」，只有我们在做「关系」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Live2DViewerEX（Steam ¥26）：跨平台 + 面捕 + 创意工坊，把模型放出来做到了天花板 —— 但它不聊、不记、不主动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系、BongoCat（C+SDL3，纯开源）、虚拟桌宠模拟器 VPet（开源 + Steam）—— 可爱、轻量，核心是动作与数值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人工桌面（yoyo 鹿鸣，3D 看板娘）、天选桌宠（华硕随机器）—— 形象质量高，但是内容型、不是会记事的个人角色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兽耳助手：助手向 + 角色形象（记忆与主动性待核实，不替它下结论）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这七类都停在「看得见」：有形象、有动作、有养成 —— 没有一类把「长期记忆 + 主动开口」当成核心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形象是入口，关系才是留存；我们做的是她记得你、也会主动找你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“大厂在给 AI 装一只宠物；我们做的是一个人”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她在办公线是吉祥物，在我们这儿是角色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功能展示与实现方法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她现在能做的事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透明置顶窗口；点她、拖她、她自己走动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角色专属语音模型，嘴型与打字机效果同步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 + 日记 + 作息/习惯观察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键鼠操作、看屏幕、只读查文件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微信里继续聊，装扮与桌宠同步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2-men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6190" y="2329815"/>
            <a:ext cx="4189730" cy="4047490"/>
          </a:xfrm>
          <a:prstGeom prst="rect">
            <a:avLst/>
          </a:prstGeom>
        </p:spPr>
      </p:pic>
      <p:pic>
        <p:nvPicPr>
          <p:cNvPr id="7" name="Picture 6" descr="S4b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825" y="351790"/>
            <a:ext cx="2658110" cy="60255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怎么做到的（一）：形象与语音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Live2D（Cubism）与 2D 立绘共用一套“装扮”数据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衣服/发型/装饰/姿势都是层号，换装=换层再合成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文本 → GPT-SoVITS（角色模型）→ 播放，独立服务常驻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点她/切窗口不会掐断正在念的句子（本轮刚修）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Picture 6" descr="S3b-outfi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65" y="1140460"/>
            <a:ext cx="2937510" cy="4382770"/>
          </a:xfrm>
          <a:prstGeom prst="rect">
            <a:avLst/>
          </a:prstGeom>
        </p:spPr>
      </p:pic>
      <p:pic>
        <p:nvPicPr>
          <p:cNvPr id="9" name="图片 8" descr="屏幕截图 2026-10-14 1621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1123315"/>
            <a:ext cx="3241040" cy="43999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怎么做到的（二）：记忆与陪伴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对话记忆 / 长期记忆 / 日记 / 状态快照，各管一段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桌面端：按真实相处证据（天数×对话量）抬高下限（affinity_floor）；QQ 侧另有一套面向群聊的好感玩法，按对话内容结算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空闲时自己补课、归纳“关于主人的事”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状态页五个页签：现在 / 习惯 / 心里 / 提醒 / 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5-statu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705" y="3325495"/>
            <a:ext cx="5369560" cy="3404870"/>
          </a:xfrm>
          <a:prstGeom prst="rect">
            <a:avLst/>
          </a:prstGeom>
        </p:spPr>
      </p:pic>
      <p:pic>
        <p:nvPicPr>
          <p:cNvPr id="7" name="Picture 6" descr="S5b-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265" y="3325495"/>
            <a:ext cx="5327015" cy="3448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怎么做到的（三）：出桌面、上手机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同一套人设与记忆，在聊天软件里继续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侧发的图与桌宠穿的是同一件衣服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手机侧走同一套后端协议，形象与记忆互通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6-launch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865" y="2865120"/>
            <a:ext cx="5880100" cy="3734435"/>
          </a:xfrm>
          <a:prstGeom prst="rect">
            <a:avLst/>
          </a:prstGeom>
        </p:spPr>
      </p:pic>
      <p:pic>
        <p:nvPicPr>
          <p:cNvPr id="7" name="Picture 6" descr="S9-phon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95" y="838835"/>
            <a:ext cx="2413635" cy="5473700"/>
          </a:xfrm>
          <a:prstGeom prst="rect">
            <a:avLst/>
          </a:prstGeom>
        </p:spPr>
      </p:pic>
      <p:pic>
        <p:nvPicPr>
          <p:cNvPr id="8" name="Picture 7" descr="S10b-im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960" y="803910"/>
            <a:ext cx="2429510" cy="5508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未来规划：从“桌面上”走向“在身边”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工程质量：这套东西是“验得出来”的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389 项自带自检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边界 / 配置契约 / 生命周期 / 前端一致性 / 语音链路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10 个测试文件全部通过，一条命令可复现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像素级验收：立绘底色、换装差异都用图像摘要比对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关键路径都有日志，出问题能定位到具体一环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8-tes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5842" y="3776345"/>
            <a:ext cx="67437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近期：把体验做扎实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功能已写好（含手部互动），近期重点是插上真机跑全链路并调准相机参数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3D 模型方案评估（先验证能不能跑起来，再谈建模成本）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一套引擎跑多个角色，各有各的记忆与声音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图片 7" descr="6e224a6525a33a0e4e1e26b7bd6dff9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5435" y="309245"/>
            <a:ext cx="2668270" cy="6052820"/>
          </a:xfrm>
          <a:prstGeom prst="rect">
            <a:avLst/>
          </a:prstGeom>
        </p:spPr>
      </p:pic>
      <p:pic>
        <p:nvPicPr>
          <p:cNvPr id="9" name="图片 8" descr="5a77983141cfa0853f6b25b793bb712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885" y="1913890"/>
            <a:ext cx="2010410" cy="45599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中期：另一条感知路线（毫米波）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94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不依赖光线与镜头、隐私友好、可全天运行；作为「她在不在、在做什么」的输入很合适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已经有人做</a:t>
            </a:r>
            <a:r>
              <a:rPr lang="zh-CN"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的：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mmHRI：毫米波做隐私友好人机交互，隔帘做机器人操作、动作识别 85%（2026-09）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已经有人做</a:t>
            </a:r>
            <a:r>
              <a:rPr lang="zh-CN" sz="160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的：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文心守护：60GHz 雷达 + 大模型，明说做「情感陪伴」与「存在即感知」，面向独居老人看护（开源）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变量换成角色的人格连续性，指标换成关系感知与打扰容忍度；对象是二次元角色，形态是她住在桌面/手机/IM 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课题装置输出标准化参数流 → 先在桌面端驱动她 → 需要时再上手机；先做用户研究，不先堆硬件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互动：从「看着你」到「看懂你」（代码链路已通，真机待验）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代码已通：手部 21 关键点检测  MediaPipe；相机帧 → 关键点 → 命中她 → 反应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代码已通：视线跟随  她会「看着你的手」（关键点换算到屏幕，驱动 3D 视线目标）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代码已通：三个手势  捏合=捏脸、握拳、挥手（各自去抖；21 个 JVM 单测）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下一步：更多手势 + 接进对话（比心 / 指向某处；挥手顺带一句问候）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未验证：真机  编译·单测·JS 都过；真机从未用真手验过（须关掉「试手」、先 push .vrm）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11-ar2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876" y="3599815"/>
            <a:ext cx="1189982" cy="2697480"/>
          </a:xfrm>
          <a:prstGeom prst="rect">
            <a:avLst/>
          </a:prstGeom>
        </p:spPr>
      </p:pic>
      <p:pic>
        <p:nvPicPr>
          <p:cNvPr id="7" name="Picture 6" descr="S11-a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0015" y="1959610"/>
            <a:ext cx="2118360" cy="43376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远期：形态自由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目前同类多为 iPhone 生态，安卓侧仍是空白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希望她成为系统里的一个“常驻角色”，而非一个 App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 / 语音 / 动作都以数据形式可替换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“先让她真的住进电脑里，再让她走到你身边”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路线取舍：先做深关系，再谈形态自由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谢谢</a:t>
            </a:r>
            <a:endParaRPr sz="42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现场演示：形象 · 换装 · 对话 · 记忆 · 桌面操作</a:t>
            </a:r>
            <a:endParaRPr sz="16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4221</Words>
  <Application>WPS 演示</Application>
  <PresentationFormat>On-screen Show (4:3)</PresentationFormat>
  <Paragraphs>215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崔树理</cp:lastModifiedBy>
  <cp:revision>4</cp:revision>
  <dcterms:created xsi:type="dcterms:W3CDTF">2013-01-27T09:14:00Z</dcterms:created>
  <dcterms:modified xsi:type="dcterms:W3CDTF">2026-10-14T09:26:44Z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7CDFDA46D9CF4725A92FF810998B017C_12</vt:lpwstr>
  </property>
</Properties>
</file>