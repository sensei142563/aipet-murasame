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开场一句话定调：这不是一个壁纸，是一个住在电脑里的角色。她有自己的形象、声音、记忆，还能替我干活。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先讲市场。我把市面上的做法分成四类：开源桌宠、Steam 商业桌宠、AI 桌宠新秀、以及像《你妈》这种靠话题出圈的。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开源这块做得最久。它们强在动——能爬窗口、会掉下去、有养成数值；但普遍没有长期记忆，关掉就忘，也不碰本机操作。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Steam 上卖的是形象和皮肤：Desktop Mate 靠 IP 联名，Live2DViewerEX 靠创作生态，Wallpaper Engine 更偏桌面美化。它们的共同天花板是：出不了桌面这个窗口，也不理解你的生活。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另一条线是 AI 聊天机器人。接 QQ/微信的很多，有形象的也很多，但很少有项目两头都占。这句话可以记住：有形象的都不接 QQ/微信，接 QQ/微信的都没形象。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这一页是把我们放进去比。形象、记忆、聊天软件、真声线、桌面操作、手机端——六条里我们能同时给。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这页最重要，也是我特意加的诚实定位：我们**并非首创**。唯一查到把这几条同时做齐且还在活跃的是 super-agent-party。所以我们的定位是整合者，差异化落在产品整合度、开箱体验和本地化深度上——而不是我们做了别人没做过的事。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一句话概括定位。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下面进第二部分，讲功能和我们是怎么实现的。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她目前能做的五件事：有形象地陪着、用自己的声音说话、记得住我、能替我干活、还能出桌面去 QQ/微信里继续聊。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形象这块的核心设计是：**装扮即数据**。衣服、发型、装饰、姿势都是层号，换装就是换层再合成，所以 Live2D 和 2D 立绘能共用同一套装扮。语音是角色专属模型，独立服务常驻。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记忆是分层的：对话记忆、长期记忆、日记、状态快照各管一段。关系值按真实相处证据抬升，不靠嘴甜。她会自己补课、自己归纳关于我的事。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出桌面这块：QQ/微信桥接用同一套人设和记忆，连立绘都是同一件衣服。手机端走同一套后端协议。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工程这块我想强调一句：这不是『我这儿能跑』。仓库自带 381 项自检，一条命令可复现，现在是全绿。换装差异、立绘底色这种观感问题，我们用像素级比对来验收。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第三部分，未来规划。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近期三件事：手机端对齐与优化、3D 模型方案评估（建模成本要算清楚）、多角色支持。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中期想让互动更自然：手部动捕驱动视线跟随、识别动作并给反应。摄像头链路现在已经通了。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另一条中期的路是毫米波雷达：不依赖光线和镜头，隐私友好、能全天运行。科研课上已经有可复用的动作采集装置，课题结束后可以迁移过来。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远期是形态自由：AR 呈现（同类多是 iPhone 生态，安卓侧还是空白）、系统级常驻、以及角色与语音都能替换的开放生态。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一句话收束路线取舍：先让她真的住在电脑里，再让她走到你身边。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最后留现场演示：形象、换装、对话、记忆、桌面操作。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3810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4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AIpet · 丛雨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会长期陪伴的桌面智能体：有形象 · 会记事 · 能干活 · 还能上手机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7F1EA"/>
                </a:solidFill>
                <a:latin typeface="Arial"/>
                <a:ea typeface="Arial"/>
                <a:cs typeface="Arial"/>
              </a:rPr>
              <a:t>2026-10-13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桌宠市场：现在都做到了哪一步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市面上的四类做法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开源桌宠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/ Ukagaka(SSP) / VPet / uDesktopMascot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Steam 商业桌宠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Desktop Mate / Live2DViewerEX / Wallpaper Engine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AI 桌宠新秀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MateEngine（接大模型、能说话）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抽象向热点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《你妈》—— 靠话题度出圈，功能其实很薄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开源桌宠：能力强在“动”，弱在“记”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已经做得很好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PNG 序列帧 + 物理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能在窗口间爬、会掉下去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脚本化互动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Ukagaka/SSP 有成熟的事件脚本体系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成长数值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VPet 有状态条、喂食等养成玩法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普遍缺的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长期记忆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关掉就忘，不记得你是谁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真实语音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多为预设音效或 TTS 朗读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基本不碰本机操作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Steam 商业桌宠：卖点是“形象”和“皮肤”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代表性产品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Desktop Mate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免费本体 + 角色 DLC，靠 IP 联名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Live2DViewerEX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 Live2D 模型搬上桌面，创作生态强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Wallpaper Engine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动态壁纸式“桌面美化”，非角色陪伴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共同的天花板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不接聊天软件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出不了桌面这个窗口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不理解你的生活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没有记忆、没有作息与习惯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不能代劳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不会替你操作电脑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另一条线：AI 聊天机器人（有脑无身）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接 QQ / 微信的一大批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NapCatQQ / Lagrange / LLOneBot / AstrBot / LangBot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AIRI / SillyTavern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关键缺口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有形象的都不接 QQ/微信；接 QQ/微信的都没形象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已知唯一“四合一”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super-agent-party（形象 + 聊天软件 + 本地操作 + 语音）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横向对比：我们站在什么位置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 + 2D 立绘双形态，可换装、随情绪联动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长期记忆与作息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会攒关于主人的事、写日记、记习惯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聊天软件打通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微信桥接，QQ 侧立绘与桌宠同一套装扮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真声线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角色专属 GPT-SoVITS 模型（她自己的声音）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桌面操作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 / 看屏幕 / 文件只读访问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手机端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安卓端已在推进（同一套后端协议）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诚实定位：并非首创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但已进入极稀疏地带——唯一查到做齐且仍在活跃的是 super-agent-party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“别人做「桌面上的形象」，我们做「住在电脑里的人」”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定位：整合者，而非首创者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功能展示与实现方法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她现在能做的事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有形象地陪着你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透明置顶窗口；点她、拖她、她自己走动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用她自己的声音说话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角色专属语音模型，嘴型与打字机效果同步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记得住你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 + 日记 + 作息/习惯观察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键鼠操作、看屏幕、只读查文件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出得了桌面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微信里继续聊，装扮与桌宠同步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怎么做到的（一）：形象与语音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双形态渲染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Live2D（Cubism）与 2D 立绘共用一套“装扮”数据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装扮即数据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衣服/发型/装饰/姿势都是层号，换装=换层再合成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语音链路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文本 → GPT-SoVITS（角色模型）→ 播放，独立服务常驻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不打断体验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点她/切窗口不会掐断正在念的句子（本轮刚修）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怎么做到的（二）：记忆与陪伴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分层的记忆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对话记忆 / 长期记忆 / 日记 / 状态快照，各管一段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关系会变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按真实相处证据（天数×对话量）抬高下限，不靠嘴甜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她自己会学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空闲时自己补课、归纳“关于主人的事”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状态看得见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状态页四个分类：状态 / 习惯 / 记忆 / 提醒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怎么做到的（三）：出桌面、上手机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QQ / 微信桥接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同一套人设与记忆，在聊天软件里继续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立绘同步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侧发的图与桌宠穿的是同一件衣服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安卓端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手机侧走同一套后端协议，形象与记忆互通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工程质量：这套东西是“验得出来”的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381 项自带自检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边界 / 配置契约 / 生命周期 / 前端一致性 / 语音链路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全绿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10 个测试文件全部通过，一条命令可复现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看得见的证据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像素级验收：立绘底色、换装差异都用图像摘要比对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可诊断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关键路径都有日志，出问题能定位到具体一环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未来规划：从“桌面上”走向“在身边”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近期：把体验做扎实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手机端完善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安卓端功能对齐、稳定性与耗电优化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形象扩展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3D 模型方案评估（建模成本与表现力的取舍）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多角色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一套引擎跑多个角色，各有各的记忆与声音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中期：让互动更自然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手部感知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手部动捕驱动视线跟随——她会看着你的手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动作识别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识别捏脸等动作并给出反应（课题成果可复用）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摄像头互动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现有摄像头链路已通，继续扩展识别能力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中期：更省算力的动捕路线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毫米波雷达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不依赖光线与镜头，隐私友好、可全天运行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已有可复用装置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科研课题中的动作采集装置，课题结束后可迁移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迁移方向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从“识别特定动作”到“识别人的姿态与意图”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远期：形态自由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AR 呈现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目前同类多为 iPhone 生态，安卓侧仍是空白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系统级接入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希望她成为系统里的一个“常驻角色”，而非一个 App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开放生态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 / 语音 / 动作都以数据形式可替换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“别人做「桌面上的形象」，我们做「住在电脑里的人」”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定位：整合者，而非首创者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2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谢谢</a:t>
            </a: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现场演示：形象 · 换装 · 对话 · 记忆 · 桌面操作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