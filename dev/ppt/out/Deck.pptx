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记忆是分层的：对话记忆、长期记忆、日记、状态快照各管一段。关系值按真实相处证据抬升，不靠嘴甜。她会自己补课、自己归纳关于我的事。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工程这块我想强调一句：这不是『我这儿能跑』。仓库自带 386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另一条中期的路是毫米波雷达：不依赖光线和镜头、隐私友好、能全天运行。这里要诚实：毫米波做隐私友好交互已经有人做了（今年 9 月的 mmHRI，隔着帘子做机器人操作，动作识别 85%），所以我们不主张「第一次用毫米波」。我们的问题不同——他们做操纵、指标是准确率；我们做陪伴、指标是关系感知和打扰容忍度。这条线能不能立住，取决于接下来的用户研究。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2026：大厂集体入局，但走的是同一条线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Claude Code 加虚拟宠物 Buddy —— 陪着写代码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自称“中国首个 AI 办公桌宠”，定位办公效率：划词即用、常驻多轮对话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上线养成玩法：积分 / 盲盒 / 装扮 / 派它去旅行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Buddy 猫穿上游离子皮肤；开放平台首批 100+ 伙伴、10+ 品类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 24 小时桌面伴侣：跨应用替你做事 + 长期记忆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它们要的是任务；宠物是入口、是身份锚点 —— 但没有人负责回答“她是不是她本人”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我们的位置：办公线做「任务」，我们做「关系」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把「角色的人格连续性」当变量：她是不是她本人、还记不记得你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腾讯 / Anthropic / OpenAI / 仓鼠元元的宠物是通用吉祥物，指标是效率与留存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立绘双形态，可换装、随情绪联动；QQ 侧与桌宠同一套装扮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声线、长期记忆与关系值（按相处证据抬升）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微信桥接同一套人设与记忆；手机端共用同一套协议与记忆文件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 —— 能做事的角色，而不是只会聊天的窗口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并非首创：唯一查到把这几条同时做齐且活跃的是 super-agent-party（详见备注）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同一个「宠物」位置，两种完全不同的做法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他们：办公 / 生产力线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一只猫、一只随机孵化的宠物；OpenAI 还允许自建 Custom Pet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替你翻译、整理、跑代码、跨应用执行（WorkBuddy 想做“Agent 时代的操作系统”）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识别率、任务成功率、次日留存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所以换皮、联名、装扮都不影响产品成立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 这类研究甚至以医院病房、餐厅为例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我们：角色 / 关系线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声线、Live2D + 2D 双形态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长期记忆、习惯、日记、关系值 —— 按真实相处证据抬升，不靠嘴甜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她该不该开口、什么时候该安静，是核心体验问题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换角色 = 换一个人，而不是换一张皮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微信桥接同一套人设与记忆，手机端共用同一份记忆文件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“大厂在给 AI 装一只宠物；我们做的是一个人”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她在办公线是吉祥物，在我们这儿是角色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按真实相处证据（天数×对话量）抬高下限，不靠嘴甜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状态页四个分类：状态 / 习惯 / 记忆 / 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386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功能已写好（含手部互动），近期重点是插上真机跑全链路并调准相机参数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模型方案评估（先验证能不能跑起来，再谈建模成本）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互动：从「看着你」到「看懂你」（已落地一半）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已实现：手部 21 关键点检测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手机端接入 MediaPipe HandLandmarker；相机帧 → 关键点 → 命中她 → 反应，链路已通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已实现：视线跟随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她自己「看着你的手」——关键点换算到屏幕后驱动 3D 角色的视线目标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已实现：三个手势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捏合=捏脸、握拳、挥手；各自独立去抖（21 个单测：9+6+6）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下一步：更多手势 + 接进对话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比心 / 指向某处；挥手时顺便触发一句问候，把动作和她的性格连起来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还没做：真机调优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编译与单测都过了，但「手伸过去她眼睛是否跟着转」要真机确认；偏差只调相机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中期：更省算力的动捕路线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毫米波雷达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不依赖光线与镜头，隐私友好、可全天运行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已有可复用装置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科研课题中的动作采集装置，课题结束后可迁移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迁移方向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从“识别特定动作”到“识别人的姿态与意图”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“先让她真的住进电脑里，再让她走到你身边”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路线取舍：先做深关系，再谈形态自由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