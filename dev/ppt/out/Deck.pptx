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开场一句话定调：这不是一个壁纸，是一个住在电脑里的角色。她有自己的形象、声音、记忆，还能替我干活。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先讲市场。我把市面上的做法分成四类：开源桌宠、Steam 商业桌宠、AI 桌宠新秀、以及像《你妈》这种靠话题出圈的。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这里先给一个时间线，说明这波不是我们自己在想：2026 年 3 月到 9 月，腾讯、Anthropic、OpenAI、还有北大的仓鼠元元，全部在做桌宠。但请注意它们走的是同一条线——办公和生产力，宠物是入口、是身份锚点。没有一个人负责回答“她还是不是她本人”。这句话是今天整个故事的支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市面上的做法可以分四类：开源桌宠、Steam 商业桌宠、AI 桌宠新秀，以及像《你妈》这种靠话题出圈的。下面逐类看它们强在哪、缺什么。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开源这块做得最久。它们强在动——能爬窗口、会掉下去、有养成数值；但普遍没有长期记忆，关掉就忘，也不碰本机操作。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Steam 上卖的是形象和皮肤：Desktop Mate 靠 IP 联名，Live2DViewerEX 靠创作生态，Wallpaper Engine 更偏桌面美化。它们的共同天花板是：出不了桌面这个窗口，也不理解你的生活。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另一条线是 AI 聊天机器人。接 QQ/微信的很多，有形象的也很多，但很少有项目两头都占。这句话可以记住：有形象的都不接 QQ/微信，接 QQ/微信的都没形象。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这一页是把我们放进去比。六条里我们能同时给：形象、人格与记忆、聊天软件打通、真声线、桌面操作、手机端。</a:t>
            </a:r>
          </a:p>
          <a:p>
            <a:r>
              <a:t>最后那条“并非首创”我想主动说出来：我查到唯一把形象、聊天软件、本地操作、语音同时做齐且还在活跃的是 super-agent-party。这件事写在页面上，但它不是今天的开场——开场那句在下一页。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同一件事，两种做法，放在一起看最清楚。</a:t>
            </a:r>
          </a:p>
          <a:p>
            <a:r>
              <a:t>左边是办公线：宠物是通用吉祥物，目标是任务，指标是效率和留存——所以换皮、联名都不影响产品成立。</a:t>
            </a:r>
          </a:p>
          <a:p>
            <a:r>
              <a:t>右边是我们：角色是具体的人，人格连续性是核心变量，指标是关系感知和打扰容忍度。这一页就是回答“有什么是我们有、别人没有的”。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这句话是今天最想留下的一句：大厂在给 AI 装一只宠物，我们做的是一个人。</a:t>
            </a:r>
          </a:p>
          <a:p>
            <a:r>
              <a:t>腾讯、Anthropic、OpenAI 都在把宠物放进办公工具——宠物是入口、是身份锚点，但那是一只通用的猫。没有人负责回答“她还是不是她本人”。</a:t>
            </a:r>
          </a:p>
          <a:p>
            <a:r>
              <a:t>我们的全部工作都在这个问题上：固定的人格、固定的声线、跨端的长期记忆。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下面进第二部分：她具体能做什么，以及这些是怎么实现的。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她目前能做的五件事：有形象地陪着、用自己的声音说话、记得住我、能替我干活、还能出桌面去 QQ/微信里继续聊。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形象这块的核心设计是：**装扮即数据**。衣服、发型、装饰、姿势都是层号，换装就是换层再合成，所以 Live2D 和 2D 立绘能共用同一套装扮。语音是角色专属模型，独立服务常驻。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记忆是分层的：对话记忆、长期记忆、日记、状态快照各管一段。关系值按真实相处证据抬升，不靠嘴甜。她会自己补课、自己归纳关于我的事。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出桌面这块：QQ/微信桥接用同一套人设和记忆，连立绘都是同一件衣服。手机端走同一套后端协议。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工程这块我想强调一句：这不是『我这儿能跑』。仓库自带 381 项自检，一条命令可复现，现在是全绿。换装差异、立绘底色这种观感问题，我们用像素级比对来验收。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第三部分，未来规划。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近期三件事：手机端对齐与优化、3D 模型方案评估（建模成本要算清楚，先验证再投入）、多角色支持。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中期想让互动更自然：手部动捕驱动视线跟随、识别动作并给反应。摄像头链路现在已经通了。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另一条中期的路是毫米波雷达：不依赖光线和镜头、隐私友好、能全天运行。这里要诚实：毫米波做隐私友好交互已经有人做了（今年 9 月的 mmHRI，隔着帘子做机器人操作，动作识别 85%），所以我们不主张“第一次用毫米波”。我们的问题不同——他们做操纵、指标是准确率；我们做陪伴、指标是关系感知和打扰容忍度。这条线能不能立住，取决于接下来的用户研究。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远期是形态自由：AR 呈现（同类多是 iPhone 生态，安卓侧还是空白）、系统级常驻、以及角色与语音都能替换的开放生态。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一句话收束路线取舍：先让她真的住在电脑里，再让她走到你身边。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最后留现场演示：形象、换装、对话、记忆、桌面操作。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3810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4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AIpet · 丛雨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会长期陪伴的桌面智能体：有形象 · 会记事 · 能干活 · 还能上手机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7F1EA"/>
                </a:solidFill>
                <a:latin typeface="Arial"/>
                <a:ea typeface="Arial"/>
                <a:cs typeface="Arial"/>
              </a:rPr>
              <a:t>2026-10-13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桌宠市场：现在都做到了哪一步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2026：大厂集体入局，但走的是同一条线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2026-04　Anthropic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Claude Code 加虚拟宠物 Buddy —— 陪着写代码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2026-04　元空AI（仓鼠元元）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自称“中国首个 AI 办公桌宠”，定位办公效率：划词即用、常驻多轮对话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2026-05　腾讯 WorkBuddy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上线养成玩法：积分 / 盲盒 / 装扮 / 派它去旅行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2026-09　腾讯 ×《和平精英》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Buddy 猫穿上游离子皮肤；开放平台首批 100+ 伙伴、10+ 品类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2026-03　PetClaw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自称 24 小时桌面伴侣：跨应用替你做事 + 长期记忆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读法：全部是「办公 / 生产力 + 一只通用宠物」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它们要的是任务；宠物是入口、是身份锚点 —— 但没有人负责回答“她是不是她本人”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市面上的四类做法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开源桌宠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/ Ukagaka(SSP) / VPet / uDesktopMascot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Steam 商业桌宠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Desktop Mate / Live2DViewerEX / Wallpaper Engine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AI 桌宠新秀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MateEngine（接大模型、能说话）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抽象向热点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《你妈》—— 靠话题度出圈，功能其实很薄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开源桌宠：能力强在“动”，弱在“记”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已经做得很好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PNG 序列帧 + 物理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能在窗口间爬、会掉下去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脚本化互动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Ukagaka/SSP 有成熟的事件脚本体系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成长数值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VPet 有状态条、喂食等养成玩法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普遍缺的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长期记忆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关掉就忘，不记得你是谁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真实语音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多为预设音效或 TTS 朗读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基本不碰本机操作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Steam 商业桌宠：卖点是“形象”和“皮肤”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代表性产品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Desktop Mate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免费本体 + 角色 DLC，靠 IP 联名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Live2DViewerEX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 Live2D 模型搬上桌面，创作生态强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Wallpaper Engine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动态壁纸式“桌面美化”，非角色陪伴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共同的天花板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不接聊天软件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出不了桌面这个窗口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不理解你的生活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没有记忆、没有作息与习惯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不能代劳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不会替你操作电脑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另一条线：AI 聊天机器人（有脑无身）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接 QQ / 微信的一大批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NapCatQQ / Lagrange / LLOneBot / AstrBot / LangBot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AIRI / SillyTavern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关键缺口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有形象的都不接 QQ/微信；接 QQ/微信的都没形象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已知唯一“四合一”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super-agent-party（形象 + 聊天软件 + 本地操作 + 语音）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我们的位置：办公线做「任务」，我们做「关系」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主张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把「角色的人格连续性」当变量：她是不是她本人、还记不记得你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对照：办公线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腾讯 / Anthropic / OpenAI / 仓鼠元元的宠物是通用吉祥物，指标是效率与留存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 + 2D 立绘双形态，可换装、随情绪联动；QQ 侧与桌宠同一套装扮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人格与记忆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固定人设不 OOC、角色专属 GPT-SoVITS 声线、长期记忆与关系值（按相处证据抬升）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微信桥接同一套人设与记忆；手机端共用同一套协议与记忆文件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桌面操作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 / 看屏幕 / 文件只读访问 —— 能做事的角色，而不是只会聊天的窗口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诚实边界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并非首创：唯一查到把这几条同时做齐且活跃的是 super-agent-party（详见备注）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同一个「宠物」位置，两种完全不同的做法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他们：办公 / 生产力线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宠物是通用吉祥物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一只猫、一只随机孵化的宠物；OpenAI 还允许自建 Custom Pet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目标是任务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替你翻译、整理、跑代码、跨应用执行（WorkBuddy 想做“Agent 时代的操作系统”）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指标是效率与留存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识别率、任务成功率、次日留存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不要求“是她本人”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所以换皮、联名、装扮都不影响产品成立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场景：办公桌 / 公共场所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mmHRI 这类研究甚至以医院病房、餐厅为例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我们：角色 / 关系线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角色是具体的人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固定人设不 OOC、角色专属 GPT-SoVITS 声线、Live2D + 2D 双形态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目标是关系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长期记忆、习惯、日记、关系值 —— 按真实相处证据抬升，不靠嘴甜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指标是关系感知与打扰容忍度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她该不该开口、什么时候该安静，是核心体验问题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人格连续性是核心变量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换角色 = 换一个人，而不是换一张皮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场景：桌面 + 手机里的日常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微信桥接同一套人设与记忆，手机端共用同一份记忆文件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“大厂在给 AI 装一只宠物；我们做的是一个人”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她在办公线是吉祥物，在我们这儿是角色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功能展示与实现方法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她现在能做的事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有形象地陪着你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透明置顶窗口；点她、拖她、她自己走动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用她自己的声音说话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角色专属语音模型，嘴型与打字机效果同步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记得住你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 + 日记 + 作息/习惯观察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键鼠操作、看屏幕、只读查文件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出得了桌面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微信里继续聊，装扮与桌宠同步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怎么做到的（一）：形象与语音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双形态渲染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Live2D（Cubism）与 2D 立绘共用一套“装扮”数据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装扮即数据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衣服/发型/装饰/姿势都是层号，换装=换层再合成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语音链路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文本 → GPT-SoVITS（角色模型）→ 播放，独立服务常驻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不打断体验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点她/切窗口不会掐断正在念的句子（本轮刚修）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怎么做到的（二）：记忆与陪伴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分层的记忆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对话记忆 / 长期记忆 / 日记 / 状态快照，各管一段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关系会变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按真实相处证据（天数×对话量）抬高下限，不靠嘴甜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她自己会学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空闲时自己补课、归纳“关于主人的事”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状态看得见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状态页四个分类：状态 / 习惯 / 记忆 / 提醒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怎么做到的（三）：出桌面、上手机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QQ / 微信桥接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同一套人设与记忆，在聊天软件里继续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立绘同步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侧发的图与桌宠穿的是同一件衣服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安卓端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手机侧走同一套后端协议，形象与记忆互通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工程质量：这套东西是“验得出来”的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381 项自带自检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边界 / 配置契约 / 生命周期 / 前端一致性 / 语音链路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全绿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10 个测试文件全部通过，一条命令可复现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看得见的证据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像素级验收：立绘底色、换装差异都用图像摘要比对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可诊断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关键路径都有日志，出问题能定位到具体一环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未来规划：从“桌面上”走向“在身边”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近期：把体验做扎实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手机端完善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安卓端功能对齐、稳定性与耗电优化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形象扩展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3D 模型方案评估（建模成本与表现力的取舍）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多角色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一套引擎跑多个角色，各有各的记忆与声音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中期：让互动更自然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手部感知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手部动捕驱动视线跟随——她会看着你的手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动作识别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识别捏脸等动作并给出反应（课题成果可复用）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摄像头互动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现有摄像头链路已通，继续扩展识别能力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中期：更省算力的动捕路线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毫米波雷达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不依赖光线与镜头，隐私友好、可全天运行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已有可复用装置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科研课题中的动作采集装置，课题结束后可迁移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迁移方向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从“识别特定动作”到“识别人的姿态与意图”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远期：形态自由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AR 呈现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目前同类多为 iPhone 生态，安卓侧仍是空白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系统级接入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希望她成为系统里的一个“常驻角色”，而非一个 App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开放生态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 / 语音 / 动作都以数据形式可替换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“先让她真的住进电脑里，再让她走到你身边”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路线取舍：先做深关系，再谈形态自由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2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谢谢</a:t>
            </a: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现场演示：形象 · 换装 · 对话 · 记忆 · 桌面操作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