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横向对比：我们站在什么位置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长期记忆与作息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会攒关于主人的事、写日记、记习惯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聊天软件打通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微信桥接，QQ 侧立绘与桌宠同一套装扮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真声线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 GPT-SoVITS 模型（她自己的声音）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安卓端已在推进（同一套后端协议）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“别人做的是“桌面上的一个形象”，我们做的是“住在你电脑里的人”。”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本项目的定位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按真实相处证据（天数×对话量）抬高下限，不靠嘴甜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381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手机端完善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安卓端功能对齐、稳定性与耗电优化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模型方案评估（建模成本与表现力的取舍）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中期：让互动更自然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手部感知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手部动捕驱动视线跟随——她会看着你的手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动作识别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识别捏脸等动作并给出反应（课题成果可复用）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摄像头互动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现有摄像头链路已通，继续扩展识别能力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中期：更省算力的动捕路线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毫米波雷达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不依赖光线与镜头，隐私友好、可全天运行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已有可复用装置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科研课题中的动作采集装置，课题结束后可迁移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迁移方向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从“识别特定动作”到“识别人的姿态与意图”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“先让她真的住在电脑里，再让她走到你身边。”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